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lvl1pPr>
      <a:defRPr sz="2250">
        <a:latin typeface="+mn-lt"/>
      </a:defRPr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jenika-schwarz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jenika-weiss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 Titel">
    <p:bg>
      <p:bgPr>
        <a:solidFill>
          <a:srgbClr val="F08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Jenik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09600"/>
            <a:ext cx="2286000" cy="762000"/>
          </a:xfrm>
          <a:prstGeom prst="rect">
            <a:avLst/>
          </a:prstGeom>
        </p:spPr>
      </p:pic>
      <p:sp>
        <p:nvSpPr>
          <p:cNvPr id="3" name="Titel"/>
          <p:cNvSpPr>
            <a:spLocks noGrp="1"/>
          </p:cNvSpPr>
          <p:nvPr>
            <p:ph type="ctrTitle"/>
          </p:nvPr>
        </p:nvSpPr>
        <p:spPr>
          <a:xfrm>
            <a:off x="711200" y="4064000"/>
            <a:ext cx="9207500" cy="1651000"/>
          </a:xfrm>
        </p:spPr>
        <p:txBody>
          <a:bodyPr wrap="square" anchor="t">
            <a:normAutofit/>
          </a:bodyPr>
          <a:lstStyle>
            <a:lvl1pPr algn="l">
              <a:lnSpc>
                <a:spcPct val="108000"/>
              </a:lnSpc>
              <a:defRPr sz="6600" b="1" cap="none" spc="0">
                <a:solidFill>
                  <a:srgbClr val="17140F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4" name="Untertitel"/>
          <p:cNvSpPr>
            <a:spLocks noGrp="1"/>
          </p:cNvSpPr>
          <p:nvPr>
            <p:ph type="subTitle" idx="1"/>
          </p:nvPr>
        </p:nvSpPr>
        <p:spPr>
          <a:xfrm>
            <a:off x="711200" y="5905500"/>
            <a:ext cx="9207500" cy="4445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1950" b="0" cap="all" spc="200">
                <a:solidFill>
                  <a:srgbClr val="17140F"/>
                </a:solidFill>
                <a:latin typeface="IBM Plex Mono"/>
              </a:defRPr>
            </a:lvl1pPr>
          </a:lstStyle>
          <a:p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2 Abschnitt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schnittsnummer"/>
          <p:cNvSpPr>
            <a:spLocks noGrp="1"/>
          </p:cNvSpPr>
          <p:nvPr>
            <p:ph type="body" idx="1"/>
          </p:nvPr>
        </p:nvSpPr>
        <p:spPr>
          <a:xfrm>
            <a:off x="711200" y="2603500"/>
            <a:ext cx="8890000" cy="381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1950" b="0" cap="all" spc="200">
                <a:solidFill>
                  <a:srgbClr val="F08020"/>
                </a:solidFill>
                <a:latin typeface="IBM Plex Mono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>
          <a:xfrm>
            <a:off x="711200" y="2984500"/>
            <a:ext cx="8572500" cy="1524000"/>
          </a:xfrm>
        </p:spPr>
        <p:txBody>
          <a:bodyPr wrap="square" anchor="t">
            <a:normAutofit/>
          </a:bodyPr>
          <a:lstStyle>
            <a:lvl1pPr algn="l">
              <a:lnSpc>
                <a:spcPct val="110000"/>
              </a:lnSpc>
              <a:defRPr sz="5700" b="1" cap="none" spc="0">
                <a:solidFill>
                  <a:srgbClr val="FBFAF9"/>
                </a:solidFill>
                <a:latin typeface="+mj-lt"/>
              </a:defRPr>
            </a:lvl1pPr>
          </a:lstStyle>
          <a:p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3 Inhalt drei Spalten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711200" y="558800"/>
            <a:ext cx="7937500" cy="698500"/>
          </a:xfrm>
        </p:spPr>
        <p:txBody>
          <a:bodyPr wrap="square" anchor="t">
            <a:normAutofit/>
          </a:bodyPr>
          <a:lstStyle>
            <a:lvl1pPr algn="l">
              <a:lnSpc>
                <a:spcPct val="115000"/>
              </a:lnSpc>
              <a:defRPr sz="4200" b="1" cap="none" spc="0">
                <a:solidFill>
                  <a:srgbClr val="17140F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3" name="Fläche"/>
          <p:cNvSpPr/>
          <p:nvPr/>
        </p:nvSpPr>
        <p:spPr>
          <a:xfrm>
            <a:off x="711200" y="1714500"/>
            <a:ext cx="3384550" cy="25400"/>
          </a:xfrm>
          <a:prstGeom prst="rect">
            <a:avLst/>
          </a:prstGeom>
          <a:solidFill>
            <a:srgbClr val="F08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läche"/>
          <p:cNvSpPr/>
          <p:nvPr/>
        </p:nvSpPr>
        <p:spPr>
          <a:xfrm>
            <a:off x="4400550" y="1714500"/>
            <a:ext cx="3384550" cy="25400"/>
          </a:xfrm>
          <a:prstGeom prst="rect">
            <a:avLst/>
          </a:prstGeom>
          <a:solidFill>
            <a:srgbClr val="F08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läche"/>
          <p:cNvSpPr/>
          <p:nvPr/>
        </p:nvSpPr>
        <p:spPr>
          <a:xfrm>
            <a:off x="8089900" y="1714500"/>
            <a:ext cx="3384550" cy="25400"/>
          </a:xfrm>
          <a:prstGeom prst="rect">
            <a:avLst/>
          </a:prstGeom>
          <a:solidFill>
            <a:srgbClr val="F08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palte 1"/>
          <p:cNvSpPr>
            <a:spLocks noGrp="1"/>
          </p:cNvSpPr>
          <p:nvPr>
            <p:ph type="body" idx="1"/>
          </p:nvPr>
        </p:nvSpPr>
        <p:spPr>
          <a:xfrm>
            <a:off x="711200" y="1905000"/>
            <a:ext cx="3384550" cy="3810000"/>
          </a:xfrm>
        </p:spPr>
        <p:txBody>
          <a:bodyPr wrap="square" anchor="t">
            <a:normAutofit/>
          </a:bodyPr>
          <a:lstStyle>
            <a:lvl1pPr algn="l">
              <a:lnSpc>
                <a:spcPct val="150000"/>
              </a:lnSpc>
              <a:defRPr sz="1950" b="0" cap="none" spc="0">
                <a:solidFill>
                  <a:srgbClr val="4A443E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7" name="Spalte 2"/>
          <p:cNvSpPr>
            <a:spLocks noGrp="1"/>
          </p:cNvSpPr>
          <p:nvPr>
            <p:ph type="body" idx="2"/>
          </p:nvPr>
        </p:nvSpPr>
        <p:spPr>
          <a:xfrm>
            <a:off x="4400550" y="1905000"/>
            <a:ext cx="3384550" cy="3810000"/>
          </a:xfrm>
        </p:spPr>
        <p:txBody>
          <a:bodyPr wrap="square" anchor="t">
            <a:normAutofit/>
          </a:bodyPr>
          <a:lstStyle>
            <a:lvl1pPr algn="l">
              <a:lnSpc>
                <a:spcPct val="150000"/>
              </a:lnSpc>
              <a:defRPr sz="1950" b="0" cap="none" spc="0">
                <a:solidFill>
                  <a:srgbClr val="4A443E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8" name="Spalte 3"/>
          <p:cNvSpPr>
            <a:spLocks noGrp="1"/>
          </p:cNvSpPr>
          <p:nvPr>
            <p:ph type="body" idx="3"/>
          </p:nvPr>
        </p:nvSpPr>
        <p:spPr>
          <a:xfrm>
            <a:off x="8089900" y="1905000"/>
            <a:ext cx="3384550" cy="3810000"/>
          </a:xfrm>
        </p:spPr>
        <p:txBody>
          <a:bodyPr wrap="square" anchor="t">
            <a:normAutofit/>
          </a:bodyPr>
          <a:lstStyle>
            <a:lvl1pPr algn="l">
              <a:lnSpc>
                <a:spcPct val="150000"/>
              </a:lnSpc>
              <a:defRPr sz="1950" b="0" cap="none" spc="0">
                <a:solidFill>
                  <a:srgbClr val="4A443E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9" name="Fläche"/>
          <p:cNvSpPr/>
          <p:nvPr/>
        </p:nvSpPr>
        <p:spPr>
          <a:xfrm>
            <a:off x="711200" y="6172200"/>
            <a:ext cx="10769600" cy="12700"/>
          </a:xfrm>
          <a:prstGeom prst="rect">
            <a:avLst/>
          </a:prstGeom>
          <a:solidFill>
            <a:srgbClr val="E7E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Marke"/>
          <p:cNvSpPr txBox="1"/>
          <p:nvPr/>
        </p:nvSpPr>
        <p:spPr>
          <a:xfrm>
            <a:off x="711200" y="6261100"/>
            <a:ext cx="25400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de-DE" sz="1500" b="0" cap="none" spc="150">
                <a:solidFill>
                  <a:srgbClr val="8A837C"/>
                </a:solidFill>
                <a:latin typeface="IBM Plex Mono"/>
              </a:rPr>
              <a:t>JENIKA</a:t>
            </a:r>
          </a:p>
        </p:txBody>
      </p:sp>
      <p:sp>
        <p:nvSpPr>
          <p:cNvPr id="11" name="Foliennummer"/>
          <p:cNvSpPr>
            <a:spLocks noGrp="1"/>
          </p:cNvSpPr>
          <p:nvPr>
            <p:ph type="sldNum" sz="quarter" idx="12"/>
          </p:nvPr>
        </p:nvSpPr>
        <p:spPr>
          <a:xfrm>
            <a:off x="8890000" y="6261100"/>
            <a:ext cx="2590800" cy="254000"/>
          </a:xfrm>
        </p:spPr>
        <p:txBody>
          <a:bodyPr/>
          <a:lstStyle>
            <a:lvl1pPr algn="r">
              <a:defRPr sz="1500" spc="150">
                <a:solidFill>
                  <a:srgbClr val="8A837C"/>
                </a:solidFill>
                <a:latin typeface="IBM Plex Mono"/>
              </a:defRPr>
            </a:lvl1pPr>
          </a:lstStyle>
          <a:p>
            <a:fld id="{4B2C1A55-1111-4222-9333-444455556666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04 Text und Abbildung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711200" y="558800"/>
            <a:ext cx="7937500" cy="698500"/>
          </a:xfrm>
        </p:spPr>
        <p:txBody>
          <a:bodyPr wrap="square" anchor="t">
            <a:normAutofit/>
          </a:bodyPr>
          <a:lstStyle>
            <a:lvl1pPr algn="l">
              <a:lnSpc>
                <a:spcPct val="115000"/>
              </a:lnSpc>
              <a:defRPr sz="4200" b="1" cap="none" spc="0">
                <a:solidFill>
                  <a:srgbClr val="17140F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11200" y="1778000"/>
            <a:ext cx="5080000" cy="3810000"/>
          </a:xfrm>
        </p:spPr>
        <p:txBody>
          <a:bodyPr wrap="square" anchor="t">
            <a:normAutofit/>
          </a:bodyPr>
          <a:lstStyle>
            <a:lvl1pPr algn="l">
              <a:lnSpc>
                <a:spcPct val="155000"/>
              </a:lnSpc>
              <a:defRPr sz="2250" b="0" cap="none" spc="0">
                <a:solidFill>
                  <a:srgbClr val="4A443E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4" name="Abbildung"/>
          <p:cNvSpPr>
            <a:spLocks noGrp="1"/>
          </p:cNvSpPr>
          <p:nvPr>
            <p:ph type="pic" idx="2"/>
          </p:nvPr>
        </p:nvSpPr>
        <p:spPr>
          <a:xfrm>
            <a:off x="6400800" y="1778000"/>
            <a:ext cx="5080000" cy="3810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1800" b="0" cap="none" spc="0">
                <a:solidFill>
                  <a:srgbClr val="8A837C"/>
                </a:solidFill>
                <a:latin typeface="IBM Plex Mono"/>
              </a:defRPr>
            </a:lvl1pPr>
          </a:lstStyle>
          <a:p>
            <a:endParaRPr lang="de-DE"/>
          </a:p>
        </p:txBody>
      </p:sp>
      <p:sp>
        <p:nvSpPr>
          <p:cNvPr id="5" name="Fläche"/>
          <p:cNvSpPr/>
          <p:nvPr/>
        </p:nvSpPr>
        <p:spPr>
          <a:xfrm>
            <a:off x="711200" y="6172200"/>
            <a:ext cx="10769600" cy="12700"/>
          </a:xfrm>
          <a:prstGeom prst="rect">
            <a:avLst/>
          </a:prstGeom>
          <a:solidFill>
            <a:srgbClr val="E7E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Marke"/>
          <p:cNvSpPr txBox="1"/>
          <p:nvPr/>
        </p:nvSpPr>
        <p:spPr>
          <a:xfrm>
            <a:off x="711200" y="6261100"/>
            <a:ext cx="25400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de-DE" sz="1500" b="0" cap="none" spc="150">
                <a:solidFill>
                  <a:srgbClr val="8A837C"/>
                </a:solidFill>
                <a:latin typeface="IBM Plex Mono"/>
              </a:rPr>
              <a:t>JENIKA</a:t>
            </a:r>
          </a:p>
        </p:txBody>
      </p:sp>
      <p:sp>
        <p:nvSpPr>
          <p:cNvPr id="7" name="Foliennummer"/>
          <p:cNvSpPr>
            <a:spLocks noGrp="1"/>
          </p:cNvSpPr>
          <p:nvPr>
            <p:ph type="sldNum" sz="quarter" idx="12"/>
          </p:nvPr>
        </p:nvSpPr>
        <p:spPr>
          <a:xfrm>
            <a:off x="8890000" y="6261100"/>
            <a:ext cx="2590800" cy="254000"/>
          </a:xfrm>
        </p:spPr>
        <p:txBody>
          <a:bodyPr/>
          <a:lstStyle>
            <a:lvl1pPr algn="r">
              <a:defRPr sz="1500" spc="150">
                <a:solidFill>
                  <a:srgbClr val="8A837C"/>
                </a:solidFill>
                <a:latin typeface="IBM Plex Mono"/>
              </a:defRPr>
            </a:lvl1pPr>
          </a:lstStyle>
          <a:p>
            <a:fld id="{4B2C1A55-1111-4222-9333-444455556666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05 Tabelle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711200" y="558800"/>
            <a:ext cx="8890000" cy="698500"/>
          </a:xfrm>
        </p:spPr>
        <p:txBody>
          <a:bodyPr wrap="square" anchor="t">
            <a:normAutofit/>
          </a:bodyPr>
          <a:lstStyle>
            <a:lvl1pPr algn="l">
              <a:lnSpc>
                <a:spcPct val="115000"/>
              </a:lnSpc>
              <a:defRPr sz="4200" b="1" cap="none" spc="0">
                <a:solidFill>
                  <a:srgbClr val="17140F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3" name="Tabelle"/>
          <p:cNvSpPr>
            <a:spLocks noGrp="1"/>
          </p:cNvSpPr>
          <p:nvPr>
            <p:ph type="body" idx="1"/>
          </p:nvPr>
        </p:nvSpPr>
        <p:spPr>
          <a:xfrm>
            <a:off x="711200" y="1778000"/>
            <a:ext cx="10769600" cy="3937000"/>
          </a:xfrm>
        </p:spPr>
        <p:txBody>
          <a:bodyPr wrap="square" anchor="t">
            <a:normAutofit/>
          </a:bodyPr>
          <a:lstStyle>
            <a:lvl1pPr algn="l">
              <a:lnSpc>
                <a:spcPct val="140000"/>
              </a:lnSpc>
              <a:defRPr sz="2100" b="0" cap="none" spc="0">
                <a:solidFill>
                  <a:srgbClr val="4A443E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4" name="Fläche"/>
          <p:cNvSpPr/>
          <p:nvPr/>
        </p:nvSpPr>
        <p:spPr>
          <a:xfrm>
            <a:off x="711200" y="6172200"/>
            <a:ext cx="10769600" cy="12700"/>
          </a:xfrm>
          <a:prstGeom prst="rect">
            <a:avLst/>
          </a:prstGeom>
          <a:solidFill>
            <a:srgbClr val="E7E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rke"/>
          <p:cNvSpPr txBox="1"/>
          <p:nvPr/>
        </p:nvSpPr>
        <p:spPr>
          <a:xfrm>
            <a:off x="711200" y="6261100"/>
            <a:ext cx="2540000" cy="2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de-DE" sz="1500" b="0" cap="none" spc="150">
                <a:solidFill>
                  <a:srgbClr val="8A837C"/>
                </a:solidFill>
                <a:latin typeface="IBM Plex Mono"/>
              </a:rPr>
              <a:t>JENIKA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>
          <a:xfrm>
            <a:off x="8890000" y="6261100"/>
            <a:ext cx="2590800" cy="254000"/>
          </a:xfrm>
        </p:spPr>
        <p:txBody>
          <a:bodyPr/>
          <a:lstStyle>
            <a:lvl1pPr algn="r">
              <a:defRPr sz="1500" spc="150">
                <a:solidFill>
                  <a:srgbClr val="8A837C"/>
                </a:solidFill>
                <a:latin typeface="IBM Plex Mono"/>
              </a:defRPr>
            </a:lvl1pPr>
          </a:lstStyle>
          <a:p>
            <a:fld id="{4B2C1A55-1111-4222-9333-444455556666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06 Aussage">
    <p:bg>
      <p:bgPr>
        <a:solidFill>
          <a:srgbClr val="F08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ssage"/>
          <p:cNvSpPr>
            <a:spLocks noGrp="1"/>
          </p:cNvSpPr>
          <p:nvPr>
            <p:ph type="title"/>
          </p:nvPr>
        </p:nvSpPr>
        <p:spPr>
          <a:xfrm>
            <a:off x="711200" y="2286000"/>
            <a:ext cx="9525000" cy="2032000"/>
          </a:xfrm>
        </p:spPr>
        <p:txBody>
          <a:bodyPr wrap="square" anchor="t">
            <a:normAutofit/>
          </a:bodyPr>
          <a:lstStyle>
            <a:lvl1pPr algn="l">
              <a:lnSpc>
                <a:spcPct val="115000"/>
              </a:lnSpc>
              <a:defRPr sz="5400" b="1" cap="none" spc="0">
                <a:solidFill>
                  <a:srgbClr val="17140F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3" name="Marke"/>
          <p:cNvSpPr txBox="1"/>
          <p:nvPr/>
        </p:nvSpPr>
        <p:spPr>
          <a:xfrm>
            <a:off x="711200" y="4635500"/>
            <a:ext cx="3810000" cy="317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de-DE" sz="1800" b="0" cap="none" spc="150">
                <a:solidFill>
                  <a:srgbClr val="17140F"/>
                </a:solidFill>
                <a:latin typeface="IBM Plex Mono"/>
              </a:rPr>
              <a:t>JENIKA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07 Abschluss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711200" y="762000"/>
            <a:ext cx="7937500" cy="952500"/>
          </a:xfrm>
        </p:spPr>
        <p:txBody>
          <a:bodyPr wrap="square" anchor="t">
            <a:normAutofit/>
          </a:bodyPr>
          <a:lstStyle>
            <a:lvl1pPr algn="l">
              <a:lnSpc>
                <a:spcPct val="120000"/>
              </a:lnSpc>
              <a:defRPr sz="4200" b="1" cap="none" spc="0">
                <a:solidFill>
                  <a:srgbClr val="FBFAF9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3" name="Kontakt"/>
          <p:cNvSpPr>
            <a:spLocks noGrp="1"/>
          </p:cNvSpPr>
          <p:nvPr>
            <p:ph type="body" idx="1"/>
          </p:nvPr>
        </p:nvSpPr>
        <p:spPr>
          <a:xfrm>
            <a:off x="711200" y="4826000"/>
            <a:ext cx="5715000" cy="1397000"/>
          </a:xfrm>
        </p:spPr>
        <p:txBody>
          <a:bodyPr wrap="square" anchor="t">
            <a:normAutofit/>
          </a:bodyPr>
          <a:lstStyle>
            <a:lvl1pPr algn="l">
              <a:lnSpc>
                <a:spcPct val="150000"/>
              </a:lnSpc>
              <a:defRPr sz="2100" b="0" cap="none" spc="0">
                <a:solidFill>
                  <a:srgbClr val="B7B0A8"/>
                </a:solidFill>
                <a:latin typeface="+mj-lt"/>
              </a:defRPr>
            </a:lvl1pPr>
          </a:lstStyle>
          <a:p>
            <a:endParaRPr lang="de-DE"/>
          </a:p>
        </p:txBody>
      </p:sp>
      <p:pic>
        <p:nvPicPr>
          <p:cNvPr id="4" name="Jenik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800" y="5588000"/>
            <a:ext cx="1905000" cy="635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711200" y="558800"/>
            <a:ext cx="7937500" cy="698500"/>
          </a:xfrm>
        </p:spPr>
        <p:txBody>
          <a:bodyPr wrap="square" anchor="t">
            <a:normAutofit/>
          </a:bodyPr>
          <a:lstStyle>
            <a:lvl1pPr algn="l">
              <a:lnSpc>
                <a:spcPct val="115000"/>
              </a:lnSpc>
              <a:defRPr sz="4200" b="1" cap="none" spc="0">
                <a:solidFill>
                  <a:srgbClr val="17140F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>
          <a:xfrm>
            <a:off x="711200" y="1778000"/>
            <a:ext cx="10769600" cy="3937000"/>
          </a:xfrm>
        </p:spPr>
        <p:txBody>
          <a:bodyPr wrap="square" anchor="t">
            <a:normAutofit/>
          </a:bodyPr>
          <a:lstStyle>
            <a:lvl1pPr algn="l">
              <a:lnSpc>
                <a:spcPct val="155000"/>
              </a:lnSpc>
              <a:defRPr sz="2250" b="0" cap="none" spc="0">
                <a:solidFill>
                  <a:srgbClr val="4A443E"/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4" name="Foliennummer"/>
          <p:cNvSpPr>
            <a:spLocks noGrp="1"/>
          </p:cNvSpPr>
          <p:nvPr>
            <p:ph type="sldNum" sz="quarter" idx="12"/>
          </p:nvPr>
        </p:nvSpPr>
        <p:spPr>
          <a:xfrm>
            <a:off x="8890000" y="6261100"/>
            <a:ext cx="2590800" cy="254000"/>
          </a:xfrm>
        </p:spPr>
        <p:txBody>
          <a:bodyPr/>
          <a:lstStyle>
            <a:lvl1pPr algn="r">
              <a:defRPr sz="1500" spc="150">
                <a:solidFill>
                  <a:srgbClr val="8A837C"/>
                </a:solidFill>
                <a:latin typeface="IBM Plex Mono"/>
              </a:defRPr>
            </a:lvl1pPr>
          </a:lstStyle>
          <a:p>
            <a:fld id="{4B2C1A55-1111-4222-9333-444455556666}" type="slidenum">
              <a:rPr lang="de-DE"/>
              <a:t>2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txStyles>
    <p:titleStyle>
      <a:lvl1pPr>
        <a:defRPr sz="4200" b="1">
          <a:solidFill>
            <a:srgbClr val="17140F"/>
          </a:solidFill>
          <a:latin typeface="+mj-lt"/>
        </a:defRPr>
      </a:lvl1pPr>
    </p:titleStyle>
    <p:bodyStyle>
      <a:lvl1pPr marL="0" indent="0">
        <a:buNone/>
        <a:defRPr sz="2250">
          <a:solidFill>
            <a:srgbClr val="4A443E"/>
          </a:solidFill>
          <a:latin typeface="+mn-lt"/>
        </a:defRPr>
      </a:lvl1pPr>
      <a:lvl2pPr marL="285750" indent="-285750">
        <a:buChar char="–"/>
        <a:defRPr sz="2100">
          <a:solidFill>
            <a:srgbClr val="4A443E"/>
          </a:solidFill>
        </a:defRPr>
      </a:lvl2pPr>
    </p:bodyStyle>
    <p:otherStyle>
      <a:lvl1pPr>
        <a:defRPr sz="1800">
          <a:solidFill>
            <a:srgbClr val="4A443E"/>
          </a:solidFill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Titel der Präsentation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Untertitel — Monat Jahr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schnittsnummer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Abschnitt 01</a:t>
            </a:r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 des Abschnitts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Überschrift der Folie</a:t>
            </a:r>
          </a:p>
        </p:txBody>
      </p:sp>
      <p:sp>
        <p:nvSpPr>
          <p:cNvPr id="3" name="Spalte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de-DE" sz="2550" b="1">
                <a:solidFill>
                  <a:srgbClr val="17140F"/>
                </a:solidFill>
              </a:rPr>
              <a:t>Erster Punkt</a:t>
            </a:r>
          </a:p>
          <a:p>
            <a:pPr/>
            <a:r>
              <a:rPr lang="de-DE" sz="1950"/>
              <a:t>Ein Satz zur Erklärung. Sachverhalt benennen, keine Schlagworte.</a:t>
            </a:r>
          </a:p>
        </p:txBody>
      </p:sp>
      <p:sp>
        <p:nvSpPr>
          <p:cNvPr id="4" name="Spalte 2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de-DE" sz="2550" b="1">
                <a:solidFill>
                  <a:srgbClr val="17140F"/>
                </a:solidFill>
              </a:rPr>
              <a:t>Zweiter Punkt</a:t>
            </a:r>
          </a:p>
          <a:p>
            <a:pPr/>
            <a:r>
              <a:rPr lang="de-DE" sz="1950"/>
              <a:t>Ein Satz zur Erklärung. Zahlen mit Einheit und Zeitbezug.</a:t>
            </a:r>
          </a:p>
        </p:txBody>
      </p:sp>
      <p:sp>
        <p:nvSpPr>
          <p:cNvPr id="5" name="Spalte 3"/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pPr/>
            <a:r>
              <a:rPr lang="de-DE" sz="2550" b="1">
                <a:solidFill>
                  <a:srgbClr val="17140F"/>
                </a:solidFill>
              </a:rPr>
              <a:t>Dritter Punkt</a:t>
            </a:r>
          </a:p>
          <a:p>
            <a:pPr/>
            <a:r>
              <a:rPr lang="de-DE" sz="1950"/>
              <a:t>Ein Satz zur Erklärung. Offene Fragen als offen benennen.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Überschrift der Folie</a:t>
            </a:r>
          </a:p>
        </p:txBody>
      </p:sp>
      <p:sp>
        <p:nvSpPr>
          <p:cNvPr id="3" name="Tex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Die Aussage in zwei bis drei Sätzen. Ein Gedanke pro Satz. Aufwände mit Spanne, nicht optimistisch gerundet.</a:t>
            </a:r>
          </a:p>
          <a:p>
            <a:pPr/>
            <a:r>
              <a:rPr lang="de-DE" sz="2100" spc="120">
                <a:solidFill>
                  <a:srgbClr val="17140F"/>
                </a:solidFill>
                <a:latin typeface="IBM Plex Mono"/>
              </a:rPr>
              <a:t>KENNZAHL — WERT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Aufwand und Termine</a:t>
            </a:r>
          </a:p>
        </p:txBody>
      </p:sp>
      <p:sp>
        <p:nvSpPr>
          <p:cNvPr id="3" name="Tabelle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Tabelle hier einfügen: Kopfzeile in IBM Plex Mono, Zahlen rechtsbündig, nur waagerechte Haarlinien.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ssag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Eine Aussage, die stehen bleiben soll.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Nächste Schritte</a:t>
            </a:r>
          </a:p>
        </p:txBody>
      </p:sp>
      <p:sp>
        <p:nvSpPr>
          <p:cNvPr id="3" name="Kontak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de-DE" b="1">
                <a:solidFill>
                  <a:srgbClr val="FBFAF9"/>
                </a:solidFill>
              </a:rPr>
              <a:t>Jens Calov — Jenika</a:t>
            </a:r>
          </a:p>
          <a:p>
            <a:r>
              <a:rPr lang="de-DE"/>
              <a:t>IT-Beratung und Umsetzung</a:t>
            </a:r>
          </a:p>
          <a:p>
            <a:pPr/>
            <a:r>
              <a:rPr lang="de-DE" sz="1950" spc="120">
                <a:latin typeface="IBM Plex Mono"/>
              </a:rPr>
              <a:t>jens@jenika.de · jenika.de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nika">
  <a:themeElements>
    <a:clrScheme name="Jenika">
      <a:dk1>
        <a:srgbClr val="17140F"/>
      </a:dk1>
      <a:lt1>
        <a:srgbClr val="FBFAF9"/>
      </a:lt1>
      <a:dk2>
        <a:srgbClr val="4A443E"/>
      </a:dk2>
      <a:lt2>
        <a:srgbClr val="EDE7E1"/>
      </a:lt2>
      <a:accent1>
        <a:srgbClr val="F08020"/>
      </a:accent1>
      <a:accent2>
        <a:srgbClr val="C25E10"/>
      </a:accent2>
      <a:accent3>
        <a:srgbClr val="8A837C"/>
      </a:accent3>
      <a:accent4>
        <a:srgbClr val="E7E1DA"/>
      </a:accent4>
      <a:accent5>
        <a:srgbClr val="2F6B4F"/>
      </a:accent5>
      <a:accent6>
        <a:srgbClr val="A32E1E"/>
      </a:accent6>
      <a:hlink>
        <a:srgbClr val="C25E10"/>
      </a:hlink>
      <a:folHlink>
        <a:srgbClr val="8A837C"/>
      </a:folHlink>
    </a:clrScheme>
    <a:fontScheme name="Jenika">
      <a:majorFont>
        <a:latin typeface="Archivo"/>
        <a:ea typeface=""/>
        <a:cs typeface=""/>
      </a:majorFont>
      <a:minorFont>
        <a:latin typeface="Archivo"/>
        <a:ea typeface=""/>
        <a:cs typeface=""/>
      </a:minorFont>
    </a:fontScheme>
    <a:fmtScheme name="Jenik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  <a:prstDash val="solid"/>
        </a:ln>
        <a:ln w="12700" cap="flat">
          <a:solidFill>
            <a:schemeClr val="phClr"/>
          </a:solidFill>
          <a:prstDash val="solid"/>
        </a:ln>
        <a:ln w="1905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